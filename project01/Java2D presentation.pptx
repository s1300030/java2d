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0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13"/>
  </p:normalViewPr>
  <p:slideViewPr>
    <p:cSldViewPr snapToGrid="0">
      <p:cViewPr varScale="1">
        <p:scale>
          <a:sx n="108" d="100"/>
          <a:sy n="108" d="100"/>
        </p:scale>
        <p:origin x="52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90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6C0E7-A5B7-BA4A-9FC3-4AAC80FA3887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6FE0A-CB64-9F42-97B9-164EE19D3C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216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E6FE0A-CB64-9F42-97B9-164EE19D3CF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780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CEA342-F39D-1828-7A86-D39B48B1C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DC6B70-793C-5B86-61FE-C10DD1C81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47F8A9-A9C2-0A7F-8881-77A84F26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49C350-4968-F78C-A8F4-A9D7AC1A4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6CC214-7D65-5BC9-2874-49881DA0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540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E6FC60-5ABC-6593-14B3-825AA3CF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D975D42-5497-E403-6410-7E8144223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B90239-FB68-0C95-8A95-04B69B8EF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F40602-4819-AC3F-A6BE-ED5E2BD5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4C9057-A43E-DCA4-63F2-A23E09F03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41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D8577A-483A-0259-3EFF-07F545F3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1F263C-19DE-63B9-12A0-30F514733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2DB8C-FF25-CB2A-9935-9C93DA90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FF1BC7-7E65-BBBF-C2E4-895825BA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33B906-CAC4-B0F7-9A80-81FB0389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005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C361D9-0757-CA41-63EF-AFA64627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26247F-D59B-08C0-7204-5E06FDEF8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28FCB1-7D55-1B8B-31EE-F99F34B96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2E6234-1551-745A-D157-8B01D4E1D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E4C94F-376D-9D76-696A-7E784B71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557B31-0ED1-0F21-D902-76CAFF65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932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690BE2-E30A-A4DC-FB34-E2C6CD3FA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09A3E9-9780-0561-F903-58324E4C6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A7156E6-F4B4-AC6C-2B96-DB61CA982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BAC1B72-95E8-7811-D668-7C6325297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72E2064-AA21-E7D6-74BE-6B36BE2C53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3520E87-5F5C-460F-065E-FD650D2C8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751B44C-B246-4B4E-3B37-81ACCFF7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2088820-F133-03A8-3913-3F5152F6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8629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37C07F-8DC5-D3C8-E5B6-DA4693CC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252BDF6-6E07-6182-4D30-EC0EAF91A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36E380-C320-FBDA-0B45-03B14A53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8EECD62-2879-14ED-1AFD-D6F608BF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732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25772FA-88DE-7565-02BE-448618AA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9BF8463-D10A-D6D7-BF76-706F76F05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45AA39-DA6D-0D3D-4604-FDCD71C3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87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053714-47C9-BE5A-1517-DFB2B277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D70B56-75E6-4DD7-474C-70F7795C8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F188EA-238C-A00F-B455-F965CB452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C1612C8-1104-B9D6-4673-F7458A55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289636F-0003-1165-23F6-9D651718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9DA464-3B44-8725-C566-3B962E80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5497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95A130-3E46-4644-9EE2-69E1DEABA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DFED2B8-6A23-2E1F-7BA9-0773A8A9F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A31DD0-1A75-56BE-2A22-E100508C8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1D4384-2171-D46C-C388-56384EB1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F6483C-500F-AFD6-DDDC-C339DB9F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9D95EB2-990C-A845-BA0C-4B7DA36EA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356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63ADD5-281B-A6DD-E08B-9D6A2999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A7D7F7-4D42-8B9A-EADF-ADD9F6F3C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DBADF1-756A-7A59-B31C-BBD31A03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10874F-D7C1-D19C-0B80-59E10AE96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B092B9-EE90-F1F6-3C60-28748A85D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268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85B2134-4213-1FBD-5B12-A4B04C946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DB00A8-AAE0-7884-E060-D5AFB8FF9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B19650-B4B9-9C4F-02CB-8CB88E83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53D18E-99A9-6AED-A1D5-BB025043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7CA622-A77B-E536-A538-8BDAF6F8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774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0E4A8D-0D94-A0A8-0DCB-CEEDDBCE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90A565-0854-4494-D288-C33BFB3FB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F41335-94F0-282E-D960-FA12C15D26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E97D8C-FBAB-1C4D-85E8-DD0A6C92665E}" type="datetimeFigureOut">
              <a:rPr kumimoji="1" lang="ja-JP" altLang="en-US" smtClean="0"/>
              <a:t>2026/1/2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FD4D81-8A9B-E4FF-20F6-5374047E5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C6734D-AA55-A416-F922-B98815D7C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8376E2-FACC-5F46-A219-E82DA1550DC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52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C3F59-C434-F10B-BA38-B116D2A92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AVA 2D/3D Project01</a:t>
            </a:r>
            <a:endParaRPr kumimoji="1" lang="ja-JP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25A5E2-AB83-6C2F-CA9D-DA55AAB8D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kumimoji="1" lang="en-US" altLang="ja-JP" sz="3600" dirty="0">
                <a:latin typeface="Arial" panose="020B0604020202020204" pitchFamily="34" charset="0"/>
                <a:cs typeface="Arial" panose="020B0604020202020204" pitchFamily="34" charset="0"/>
              </a:rPr>
              <a:t>1300030 Kohei Kuwana</a:t>
            </a:r>
            <a:endParaRPr kumimoji="1" lang="ja-JP" alt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012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BFF3E-19B6-2529-4D36-E1C4672AE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589108" cy="1325563"/>
          </a:xfrm>
        </p:spPr>
        <p:txBody>
          <a:bodyPr/>
          <a:lstStyle/>
          <a:p>
            <a:r>
              <a:rPr kumimoji="1"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Visualize Tangent &amp; Normal</a:t>
            </a:r>
            <a:endParaRPr kumimoji="1" lang="ja-JP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7A7776-D272-3475-BC32-6C2918A11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Unit Tangent Vector</a:t>
            </a:r>
          </a:p>
          <a:p>
            <a:pPr lvl="1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lines extend toward the </a:t>
            </a:r>
            <a:b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tangent to the next vertex.</a:t>
            </a:r>
          </a:p>
          <a:p>
            <a:pPr lvl="1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Unit Normal Vector</a:t>
            </a:r>
          </a:p>
          <a:p>
            <a:pPr lvl="1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Green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lines extend in the direction</a:t>
            </a:r>
            <a:b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perpendicular to the curve.</a:t>
            </a:r>
          </a:p>
          <a:p>
            <a:pPr lvl="1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Calculate by rotating</a:t>
            </a:r>
            <a:b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the unit tangent by 90 degrees.</a:t>
            </a:r>
          </a:p>
          <a:p>
            <a:endParaRPr kumimoji="1" lang="ja-JP" altLang="en-US"/>
          </a:p>
        </p:txBody>
      </p:sp>
      <p:pic>
        <p:nvPicPr>
          <p:cNvPr id="5" name="図 4" descr="正方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3D0C361-743F-9F6E-AF60-2DE32B6F7F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08805" y="-101127"/>
            <a:ext cx="2240840" cy="2133494"/>
          </a:xfrm>
          <a:prstGeom prst="rect">
            <a:avLst/>
          </a:prstGeom>
        </p:spPr>
      </p:pic>
      <p:pic>
        <p:nvPicPr>
          <p:cNvPr id="7" name="図 6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7C78F4D5-AC80-54AA-8AD9-B3970C0E7F3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69388" y="1352221"/>
            <a:ext cx="2479589" cy="2412371"/>
          </a:xfrm>
          <a:prstGeom prst="rect">
            <a:avLst/>
          </a:prstGeom>
        </p:spPr>
      </p:pic>
      <p:pic>
        <p:nvPicPr>
          <p:cNvPr id="9" name="図 8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EDFF2B02-2074-CBC1-A397-E34724C7013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66423" y="4105918"/>
            <a:ext cx="2523833" cy="2412371"/>
          </a:xfrm>
          <a:prstGeom prst="rect">
            <a:avLst/>
          </a:prstGeom>
        </p:spPr>
      </p:pic>
      <p:pic>
        <p:nvPicPr>
          <p:cNvPr id="11" name="図 10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028FCCD-9B9E-2B21-91FC-D897CDCCFA3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39291" y="2217033"/>
            <a:ext cx="3947206" cy="1357439"/>
          </a:xfrm>
          <a:prstGeom prst="rect">
            <a:avLst/>
          </a:prstGeom>
        </p:spPr>
      </p:pic>
      <p:pic>
        <p:nvPicPr>
          <p:cNvPr id="13" name="図 12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F27FCF2-4072-6C61-08FA-41B07E4359F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39291" y="5120639"/>
            <a:ext cx="3945131" cy="585163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C7068A8-7769-14B7-2670-E354ED7588EB}"/>
              </a:ext>
            </a:extLst>
          </p:cNvPr>
          <p:cNvSpPr txBox="1"/>
          <p:nvPr/>
        </p:nvSpPr>
        <p:spPr>
          <a:xfrm>
            <a:off x="6543303" y="3657600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Fig 2: Unit Tangent Vector</a:t>
            </a:r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8EC653-76B2-D84A-3FDF-22F40E686844}"/>
              </a:ext>
            </a:extLst>
          </p:cNvPr>
          <p:cNvSpPr txBox="1"/>
          <p:nvPr/>
        </p:nvSpPr>
        <p:spPr>
          <a:xfrm>
            <a:off x="6571930" y="6357742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Fig 3: Unit Normal Vector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C8A28F6-6DD7-E8C4-1715-B65F5FB44AF7}"/>
              </a:ext>
            </a:extLst>
          </p:cNvPr>
          <p:cNvSpPr txBox="1"/>
          <p:nvPr/>
        </p:nvSpPr>
        <p:spPr>
          <a:xfrm>
            <a:off x="8044638" y="1764573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Fig 1: Original </a:t>
            </a:r>
            <a:r>
              <a:rPr kumimoji="1" lang="en-US" altLang="ja-JP" dirty="0" err="1"/>
              <a:t>riderr.vert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604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227C20-7928-3858-4D5B-DAD0BF35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dirty="0">
                <a:latin typeface="Arial" panose="020B0604020202020204" pitchFamily="34" charset="0"/>
                <a:cs typeface="Arial" panose="020B0604020202020204" pitchFamily="34" charset="0"/>
              </a:rPr>
              <a:t>Curvature &amp; Evolve Curve</a:t>
            </a:r>
            <a:endParaRPr kumimoji="1" lang="ja-JP" alt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CDBE39-32F3-CAFF-32D2-924A73468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Curvature</a:t>
            </a:r>
          </a:p>
          <a:p>
            <a:pPr lvl="1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dirty="0">
                <a:solidFill>
                  <a:srgbClr val="D5A00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Orange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lines represents curvature</a:t>
            </a:r>
          </a:p>
          <a:p>
            <a:pPr lvl="1"/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The longer the line, </a:t>
            </a:r>
            <a:b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 the higher the curvature</a:t>
            </a:r>
            <a:endParaRPr kumimoji="1"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kumimoji="1" lang="en-US" altLang="ja-JP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Evolve the curve by curvature flow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図 3" descr="正方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4982D3B-CD3F-E6B0-C207-0E0F0E9E987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10600" y="4491056"/>
            <a:ext cx="2240840" cy="2133494"/>
          </a:xfrm>
          <a:prstGeom prst="rect">
            <a:avLst/>
          </a:prstGeom>
        </p:spPr>
      </p:pic>
      <p:pic>
        <p:nvPicPr>
          <p:cNvPr id="6" name="図 5" descr="地図の絵&#10;&#10;AI 生成コンテンツは誤りを含む可能性があります。">
            <a:extLst>
              <a:ext uri="{FF2B5EF4-FFF2-40B4-BE49-F238E27FC236}">
                <a16:creationId xmlns:a16="http://schemas.microsoft.com/office/drawing/2014/main" id="{AC7E6B5A-BCE0-EC11-0EE9-13CACB1CFAD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55528" y="1241256"/>
            <a:ext cx="2776702" cy="2495362"/>
          </a:xfrm>
          <a:prstGeom prst="rect">
            <a:avLst/>
          </a:prstGeom>
        </p:spPr>
      </p:pic>
      <p:pic>
        <p:nvPicPr>
          <p:cNvPr id="8" name="図 7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51EC2C30-4452-F5D6-0E9D-79668F0C3C1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0" y="4369063"/>
            <a:ext cx="2262111" cy="2122959"/>
          </a:xfrm>
          <a:prstGeom prst="rect">
            <a:avLst/>
          </a:prstGeom>
        </p:spPr>
      </p:pic>
      <p:sp>
        <p:nvSpPr>
          <p:cNvPr id="9" name="右矢印 8">
            <a:extLst>
              <a:ext uri="{FF2B5EF4-FFF2-40B4-BE49-F238E27FC236}">
                <a16:creationId xmlns:a16="http://schemas.microsoft.com/office/drawing/2014/main" id="{0AF1511E-7DC4-C5CE-FEBA-1D781581D732}"/>
              </a:ext>
            </a:extLst>
          </p:cNvPr>
          <p:cNvSpPr/>
          <p:nvPr/>
        </p:nvSpPr>
        <p:spPr>
          <a:xfrm>
            <a:off x="4346369" y="5557803"/>
            <a:ext cx="1460665" cy="284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38B5D75-082C-91F1-0291-4507D079CF57}"/>
              </a:ext>
            </a:extLst>
          </p:cNvPr>
          <p:cNvSpPr txBox="1"/>
          <p:nvPr/>
        </p:nvSpPr>
        <p:spPr>
          <a:xfrm>
            <a:off x="7855528" y="3591943"/>
            <a:ext cx="357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Fig 4: Visualize curvature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92E4061-2B37-C310-6201-796F9F00A7FF}"/>
              </a:ext>
            </a:extLst>
          </p:cNvPr>
          <p:cNvSpPr txBox="1"/>
          <p:nvPr/>
        </p:nvSpPr>
        <p:spPr>
          <a:xfrm>
            <a:off x="3106230" y="6439884"/>
            <a:ext cx="4674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Fig </a:t>
            </a:r>
            <a:r>
              <a:rPr lang="en-US" altLang="ja-JP" dirty="0"/>
              <a:t>5:The process of evolving curves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5952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15725</TotalTime>
  <Words>120</Words>
  <Application>Microsoft Macintosh PowerPoint</Application>
  <PresentationFormat>ワイド画面</PresentationFormat>
  <Paragraphs>22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JAVA 2D/3D Project01</vt:lpstr>
      <vt:lpstr>Visualize Tangent &amp; Normal</vt:lpstr>
      <vt:lpstr>Curvature &amp; Evolve Curve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kuwanako729@gmail.com</dc:creator>
  <cp:lastModifiedBy>kuwanako729@gmail.com</cp:lastModifiedBy>
  <cp:revision>2</cp:revision>
  <dcterms:created xsi:type="dcterms:W3CDTF">2025-12-22T08:15:39Z</dcterms:created>
  <dcterms:modified xsi:type="dcterms:W3CDTF">2026-01-02T06:23:17Z</dcterms:modified>
</cp:coreProperties>
</file>